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발표 리허설 코치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저희 팀 프로젝트: 발표를 도와주는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필요한가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발표자들은 스스로 무엇을 잘못했는지 파악하기 어렵습니다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질문 있으시면 언제든 말씀해주세요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