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아침 10분 산책 습관을 직접 실천한 경험을 바탕으로 한 발표. 도입-문제-방법-결과-결론 구조.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486400" cy="5486400"/>
          </a:xfrm>
          <a:prstGeom prst="ellipse">
            <a:avLst/>
          </a:prstGeom>
          <a:solidFill>
            <a:srgbClr val="FCD581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3840480" cy="3840480"/>
          </a:xfrm>
          <a:prstGeom prst="ellipse">
            <a:avLst/>
          </a:prstGeom>
          <a:solidFill>
            <a:srgbClr val="FCD581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C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04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아침을 여는 습관, 10분 산책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무겁고 무기력한 아침을 바꾸는 가장 쉬운 방법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발표자: 함영찬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CD58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늦게 자고 일찍 일어나는 요즘, 개운하지 않은 아침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86868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63440" y="868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●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82296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눈뜨자마자 개운하기보다 피곤하고 멍한 상태로 하루 시작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228600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●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22402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알람을 몇 번씩 끄다가 겨우 일어나 스마트폰부터 보게 됨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370332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●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365760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결국 부랴부랴 준비해서 쫓기듯 하루를 시작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CEE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D58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시도한 방법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96596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아침 10분 산책 — 컨디션이 안 좋던 날 집 앞을 걸어봄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331927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3977640"/>
            <a:ext cx="502920" cy="502920"/>
          </a:xfrm>
          <a:prstGeom prst="ellipse">
            <a:avLst/>
          </a:prstGeom>
          <a:solidFill>
            <a:srgbClr val="FCD5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617720"/>
            <a:ext cx="2770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거창한 운동복이나 러닝 대신, 모자 하나만 눌러쓰고 나가기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5112" y="3703320"/>
            <a:ext cx="331927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3977640"/>
            <a:ext cx="502920" cy="502920"/>
          </a:xfrm>
          <a:prstGeom prst="ellipse">
            <a:avLst/>
          </a:prstGeom>
          <a:solidFill>
            <a:srgbClr val="FCD58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4617720"/>
            <a:ext cx="2770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동네 한 바퀴를 천천히 10분 정도 걷기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27264" y="3703320"/>
            <a:ext cx="331927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47304" y="3977640"/>
            <a:ext cx="502920" cy="502920"/>
          </a:xfrm>
          <a:prstGeom prst="ellipse">
            <a:avLst/>
          </a:prstGeom>
          <a:solidFill>
            <a:srgbClr val="FCD58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47304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4617720"/>
            <a:ext cx="2770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햇빛을 받으며 걷는 동안 자연스럽게 머리 정리하기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D58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직접 해보니, 이런 변화가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74920" cy="4023360"/>
          </a:xfrm>
          <a:prstGeom prst="roundRect">
            <a:avLst>
              <a:gd name="adj" fmla="val 272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2402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555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시작 전 반응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788920"/>
            <a:ext cx="4434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"그냥 10분 더 잘까, 굳이 나가야 하나?"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나가기 직전까지 이불 속에서 고민.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074920" cy="4023360"/>
          </a:xfrm>
          <a:prstGeom prst="roundRect">
            <a:avLst>
              <a:gd name="adj" fmla="val 272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22402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CD58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실제로 겪은 변화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788920"/>
            <a:ext cx="4434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햇빛을 받으며 걷다 보니 잠이 빨리 깨고 머리가 맑아짐.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할 일이 차분히 정리되고, 하루를 쫓기듯 시작하지 않는다는 느낌이 듦.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FCD581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C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거창한 아침 루틴은 작심삼일,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10분 걷기는 부담이 없다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C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아침마다 몸이 무겁고 무기력하다면, 내일 아침 딱 10분만 바깥바람을 쐬어보세요.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349240"/>
            <a:ext cx="7498080" cy="868680"/>
          </a:xfrm>
          <a:prstGeom prst="roundRect">
            <a:avLst>
              <a:gd name="adj" fmla="val 15789"/>
            </a:avLst>
          </a:prstGeom>
          <a:solidFill>
            <a:srgbClr val="FCD58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53492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내일 아침, 신발 신고 10분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2026-09-12T02:40:10Z</dcterms:created>
  <dcterms:modified xsi:type="dcterms:W3CDTF">2026-09-12T02:40:10Z</dcterms:modified>
</cp:coreProperties>
</file>