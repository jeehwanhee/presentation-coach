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2분 규칙을 직접 실천한 경험을 바탕으로 한 발표. 도입-문제-방법-결과-결론 구조.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080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B6E2D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3840480" cy="3840480"/>
          </a:xfrm>
          <a:prstGeom prst="ellipse">
            <a:avLst/>
          </a:prstGeom>
          <a:solidFill>
            <a:srgbClr val="B6E2D3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6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03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할 일 미루는 습관 극복하기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발을 쉽게 떼는 법 — 2분 규칙 체험기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함영찬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6E2D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해야 하는 건 아는데, 막상 시작이 안 되는 순간들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868680"/>
            <a:ext cx="310896" cy="310896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868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0808E"/>
                </a:solidFill>
              </a:rPr>
              <a:t>●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8229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해야 할 일이 있다는 건 머리로는 아는데 시작하기까지 딴짓 반복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310896" cy="310896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0808E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2402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침대에서 유튜브를 보거나 괜히 방 청소를 하며 시간을 보냄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3703320"/>
            <a:ext cx="310896" cy="310896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0808E"/>
                </a:solidFill>
              </a:rPr>
              <a:t>●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36576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 마감 직전에야 벼락치기로 몰아서 하게 됨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6E2D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080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시도한 방법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96596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080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2분 규칙 — "딱 2분만 투자해서 시작해본다"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331927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3977640"/>
            <a:ext cx="502920" cy="502920"/>
          </a:xfrm>
          <a:prstGeom prst="ellipse">
            <a:avLst/>
          </a:prstGeom>
          <a:solidFill>
            <a:srgbClr val="B6E2D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080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617720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목표를 아주 낮게 잡기 — 책 한 챕터가 아니라 '한 페이지만 2분'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3703320"/>
            <a:ext cx="331927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3977640"/>
            <a:ext cx="502920" cy="502920"/>
          </a:xfrm>
          <a:prstGeom prst="ellipse">
            <a:avLst/>
          </a:prstGeom>
          <a:solidFill>
            <a:srgbClr val="B6E2D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080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4617720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글을 쓸 때는 '제목과 첫 줄만 써두기'로 기준 낮추기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27264" y="3703320"/>
            <a:ext cx="331927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47304" y="3977640"/>
            <a:ext cx="502920" cy="502920"/>
          </a:xfrm>
          <a:prstGeom prst="ellipse">
            <a:avLst/>
          </a:prstGeom>
          <a:solidFill>
            <a:srgbClr val="B6E2D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47304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080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4617720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일단 시작하면 자연스럽게 흐름을 타고 이어가기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6E2D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080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직접 해보니, 이런 변화가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240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55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시작 전 반응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788920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"겨우 2분짜리 행동을 한다고 진짜 일이 끝날까?"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기대 없이 시작.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5080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240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6E2D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실제로 겪은 변화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788920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일단 한 번 시작을 해두면 흐름을 타서 계속하게 됨.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힘들었던 건 작업 자체가 아니라 '시작 버튼을 누르는 순간'이었다는 걸 깨달음.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080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B6E2D3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6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미루는 건 게을러서가 아니라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일이 너무 커 보여서 부담을 느끼기 때문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4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손이 안 가는 일이 있다면, 딱 2분만 써서 아주 작은 부분 하나만 먼저 건드려보세요.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349240"/>
            <a:ext cx="7498080" cy="868680"/>
          </a:xfrm>
          <a:prstGeom prst="roundRect">
            <a:avLst>
              <a:gd name="adj" fmla="val 15789"/>
            </a:avLst>
          </a:prstGeom>
          <a:solidFill>
            <a:srgbClr val="B6E2D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53492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80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오늘부터, 딱 2분만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2026-09-12T02:40:10Z</dcterms:created>
  <dcterms:modified xsi:type="dcterms:W3CDTF">2026-09-12T02:40:10Z</dcterms:modified>
</cp:coreProperties>
</file>