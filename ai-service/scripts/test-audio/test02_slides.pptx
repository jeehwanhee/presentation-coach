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포모도로 기법을 1주일간 직접 실천한 경험을 바탕으로 한 발표. 도입-문제-방법-결과-결론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F9E79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3840480" cy="38404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02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일상 속 집중력 유지하기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딴짓을 줄이고 몰입하는 법 — 포모도로 기법 체험기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함영찬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책상 앞에 앉으면 오히려 딴짓이 하고 싶어지는 순간들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86868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868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6167"/>
                </a:solidFill>
              </a:rPr>
              <a:t>●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8229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과제나 작업을 시작하려 하면 갑자기 주변 정리가 하고 싶어짐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616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2402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 알림 하나 확인하다가 다른 데로 계속 새어버림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370332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6167"/>
                </a:solidFill>
              </a:rPr>
              <a:t>●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36576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'어떻게 하면 몰입할 수 있을까' 고민 시작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A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시도한 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96596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포모도로 기법 — 25분 집중 + 5분 휴식, 1주일 직접 시도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33192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397764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61772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타이머를 25분으로 맞추고 딱 한 가지 일에만 집중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3703320"/>
            <a:ext cx="33192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397764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461772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25분이 끝나면 무조건 5분 휴식 — 스트레칭이나 물 한 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27264" y="3703320"/>
            <a:ext cx="33192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7304" y="397764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47304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461772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사이클을 반복하며 하루 작업을 이어감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직접 해보니, 이런 변화가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240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55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시작 전 반응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788920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"겨우 25분 나눠서 한다고 집중력이 확 좋아질까?"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기대 없이 반신반의로 시작.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240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실제로 겪은 변화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88920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"어차피 25분만 버티면 쉴 수 있다"는 생각에 폰을 확인하고 싶은 충동을 참게 됨.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휴식 동안 스트레칭·물 마시기로 머리가 한결 맑아짐.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F9E795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집중은 의지력이 아니라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환경을 작게 쪼개는 요령의 문제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거창한 계획을 세우기보다, 지금 바로 타이머 25분을 맞춰두고 시작해보세요.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349240"/>
            <a:ext cx="7498080" cy="868680"/>
          </a:xfrm>
          <a:prstGeom prst="roundRect">
            <a:avLst>
              <a:gd name="adj" fmla="val 15789"/>
            </a:avLst>
          </a:prstGeom>
          <a:solidFill>
            <a:srgbClr val="F9E79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53492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오늘부터, 타이머 25분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2026-09-12T02:40:10Z</dcterms:created>
  <dcterms:modified xsi:type="dcterms:W3CDTF">2026-09-12T02:40:10Z</dcterms:modified>
</cp:coreProperties>
</file>